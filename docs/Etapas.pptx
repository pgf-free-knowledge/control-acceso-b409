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7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A8BDF-2E42-553A-A3D5-A0F915AB7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384784-BA14-04E1-B81E-0E9B7B403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A80B9D-04C6-842A-1D0C-E848D6525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E86BE-BA91-380C-0B16-F89162CC7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9DC6B0-7F4E-9D58-82F8-E0E8EF4D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651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118A6-79CE-520A-4820-525A77CEC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A56962-B0C9-E94E-11FB-ED233CB68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F54CF5-63FA-D100-C33B-D4BAC76C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B448FC-EDCD-ADE2-0984-02965E97C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3B09C0-3681-DE39-C6B5-5B060F92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171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636CC-84B6-32CF-E7AA-52646CBBE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DC8F6A-2E9F-CA4E-3F7B-89578D465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23B812-234C-A055-2DBA-2701C12F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33BF9F-2486-4AB0-C18C-874FAB24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4877BB-4E2C-103A-9440-69971774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013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7A6F1-4B35-242F-C2A0-F3796255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B06BA5-3C30-DD98-34C5-3D3065E48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4E6F0F-CF42-1D66-A42E-E78C97AA4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F3580D-0303-EB5C-D664-95B17EC9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1056B2-EB26-FD17-A4AA-CB7AB1BE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16E4C6-BB94-EB11-2433-977E73F3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02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C8B7F-C861-9E87-DE80-44CCC95B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72CBF8-B7CB-9563-0E0A-A0B4A2866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A7AEFA-BA52-FD67-BDF7-AF47020D7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1EC3403-5B60-8B48-FAD3-5DEDBAF0F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3DEE29-87D1-EDD6-E248-671D67C89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D94DD4-F799-AA36-0A8D-A1833ADE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2F8D15-3FBB-3360-1378-231844E9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63CED4-B9CA-953B-FF21-4BF6BD33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535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55F14-5C5B-BF6A-6A7E-7CBB9E5B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748844-941F-29B9-CEAB-3F417C86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D246AA-A4D5-3761-4D81-95FA2B15E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DD6A5C-13EF-733F-7D31-9AA584B3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317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23ED2DD-3EC5-AF37-10D3-696E45ED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B5E1AAD-AD3F-8BE8-DD12-B4278C955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C90297-BE91-ED1C-1F00-4FD42E08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274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C6DFF-E96C-7FA0-CD47-0016A7E9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E1F2D3-BE67-AEFD-E72E-849C8A897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A37BB9-CC63-271C-47DC-2988B0AEC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5405A5-BC10-C7C3-85D3-9312182E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3380FE-1A06-8BF3-49CE-60BE9036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77A78F-6D29-82D2-34BD-C87458ED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7422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11355-37B7-6921-1E47-DE378062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3AF77C-B930-133E-56A4-7AB323C56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EAFD6E-A32B-B236-0063-9B4DCD761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81D453-C94D-1F88-DF2C-4D5DE2819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D95623-B0D4-91CB-99DC-F513FDE7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C000CF-A328-38EB-7560-5CBD3F19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4129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658E6-BFA3-B8C5-2110-8D93C3109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5B3E1C-FA93-65AE-4BA9-68F563739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74355F-AF08-7CEC-948A-EDAE87B49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D5389E-737C-3433-73C1-F0B6FC12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2449D5-160D-BC1A-A801-3786E093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3130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795059-1A0B-FBEF-7756-D7D386D3DE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CDB73E-E911-42E5-3D9D-B0AA9D146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8442E7-DF49-63B5-259E-BEB157644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D9D2C8-8CAB-9B39-C195-786DF78A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E8B611-29C8-7AA5-AEB2-A7C7FB4A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4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9220130-711E-B717-74DD-A6D503E62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6EE5BF-40BF-8658-853F-32C967036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459AD9-F298-AA80-4C88-41A152B1A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31A0E-A45C-4DEE-9B3C-536B04696A03}" type="datetimeFigureOut">
              <a:rPr lang="es-ES" smtClean="0"/>
              <a:t>10/06/2026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896289-12AB-B63D-9D0A-71CE734F0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601F41-F7BA-1D66-244F-ABA5C6452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273BC-8BA5-4272-B127-232653C82F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55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B740308-98F5-870D-59A9-F7A822FC4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443" y="1504681"/>
            <a:ext cx="6011114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099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Galvez</dc:creator>
  <cp:lastModifiedBy>Paul Galvez</cp:lastModifiedBy>
  <cp:revision>1</cp:revision>
  <dcterms:created xsi:type="dcterms:W3CDTF">2026-06-10T20:09:52Z</dcterms:created>
  <dcterms:modified xsi:type="dcterms:W3CDTF">2026-06-10T20:10:04Z</dcterms:modified>
</cp:coreProperties>
</file>